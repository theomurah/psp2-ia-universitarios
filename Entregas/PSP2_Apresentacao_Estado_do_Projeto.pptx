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sp2_pres/un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822960"/>
            <a:ext cx="1371600" cy="12161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3317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PSP2 — IA para Universitários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246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do Projeto — Apresentação Sprint 1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0" y="3931920"/>
            <a:ext cx="3044952" cy="0"/>
          </a:xfrm>
          <a:prstGeom prst="line">
            <a:avLst/>
          </a:prstGeom>
          <a:noFill/>
          <a:ln w="38100">
            <a:solidFill>
              <a:srgbClr val="0085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2062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5262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Murahovschi  ·  Pedro Elian  ·  Isaac Abdala  ·  Guilherme Cauã  ·  Luis Felipe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Brasília  ·  Engenharia de Produção  ·  Semestre 2026.1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40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0" y="13716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68680"/>
            <a:ext cx="11274552" cy="0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 ·  O QUE QUEREMOS RESOLVER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hub que organiza o estudo do aluno UnB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hoje recebe materiais soltos em PDF, slides, fotos e DOCX em vários sistemas paralelos.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tempo perdido organizando em vez de estudar.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entregamos:
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joga o material no PSP2 e recebe de volta:
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4700016"/>
            <a:ext cx="128016" cy="128016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57200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resumo confiável de cada documento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5084064"/>
            <a:ext cx="128016" cy="128016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956048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nomeado e organizado por matéria automaticamente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5468112"/>
            <a:ext cx="128016" cy="128016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340096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biblioteca de pedidos prontos pra usar com qualquer IA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02920" y="5852160"/>
            <a:ext cx="128016" cy="128016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5724144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Drive do aluno como espelho do estudo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6263640"/>
            <a:ext cx="548640" cy="0"/>
          </a:xfrm>
          <a:prstGeom prst="line">
            <a:avLst/>
          </a:prstGeom>
          <a:noFill/>
          <a:ln w="25400">
            <a:solidFill>
              <a:srgbClr val="0085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355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tempo organizando. Mais tempo aprendendo.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132320" y="2468880"/>
            <a:ext cx="4572000" cy="4023360"/>
          </a:xfrm>
          <a:prstGeom prst="roundRect">
            <a:avLst>
              <a:gd name="adj" fmla="val 2727"/>
            </a:avLst>
          </a:prstGeom>
          <a:solidFill>
            <a:srgbClr val="F6F8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0" y="2606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funciona, em alto nível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406640" y="3108960"/>
            <a:ext cx="502920" cy="50292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046720" y="3063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envia
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slides, fotos, DOCX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589520" y="3657600"/>
            <a:ext cx="137160" cy="164592"/>
          </a:xfrm>
          <a:prstGeom prst="downArrow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3886200"/>
            <a:ext cx="502920" cy="50292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066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046720" y="3840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entende
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matéria e conteúdo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589520" y="4434840"/>
            <a:ext cx="137160" cy="164592"/>
          </a:xfrm>
          <a:prstGeom prst="downArrow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06640" y="4663440"/>
            <a:ext cx="502920" cy="50292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066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046720" y="4617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condensa
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 e gera versão de revisão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589520" y="5212080"/>
            <a:ext cx="137160" cy="164592"/>
          </a:xfrm>
          <a:prstGeom prst="downArrow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06640" y="5440680"/>
            <a:ext cx="502920" cy="50292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06640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046720" y="5394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usa
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no Drive + prompts personalizados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40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0" y="13716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68680"/>
            <a:ext cx="11274552" cy="0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 ·  ESCOPO COMPLETO DO PRODUTO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do produto — 12 histórias em 4 sprints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21214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tarefas mapeadas no início do projeto · documento oficial entregue na Sprint 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2695194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606040"/>
            <a:ext cx="24208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606040"/>
            <a:ext cx="24208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269519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246120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3520440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Arquitetura, stack e repo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3813048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Fluxo do processamento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4178808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" y="4453128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API de upload multi-formato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" y="4818888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" y="5093208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· Interface drag-and-drop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4360" y="5669280"/>
            <a:ext cx="2420874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5715000"/>
            <a:ext cx="24208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tarefas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316986" y="2606040"/>
            <a:ext cx="2695194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54146" y="2606040"/>
            <a:ext cx="24208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454146" y="2606040"/>
            <a:ext cx="24208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316986" y="3108960"/>
            <a:ext cx="269519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54146" y="3246120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LLM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54146" y="3520440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· Síntese via LLM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454146" y="3886200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DRIVE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454146" y="4160520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· Exportação automática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454146" y="4526280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PROMPTS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454146" y="4800600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 · System prompt + biblioteca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454146" y="5669280"/>
            <a:ext cx="2420874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54146" y="5715000"/>
            <a:ext cx="24208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tarefas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176772" y="2606040"/>
            <a:ext cx="2695194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13932" y="2606040"/>
            <a:ext cx="24208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313932" y="2606040"/>
            <a:ext cx="24208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176772" y="3108960"/>
            <a:ext cx="269519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13932" y="3246120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TESTES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313932" y="3520440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 · Fluxo ponta-a-ponta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313932" y="3886200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COM USUÁRIOS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313932" y="4160520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 · Sessões com alunos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313932" y="5669280"/>
            <a:ext cx="2420874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13932" y="5715000"/>
            <a:ext cx="24208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tarefas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9036558" y="2606040"/>
            <a:ext cx="2695194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173718" y="2606040"/>
            <a:ext cx="24208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9173718" y="2606040"/>
            <a:ext cx="24208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9036558" y="3108960"/>
            <a:ext cx="269519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173718" y="3246120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9173718" y="3520440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 · Feedbacks dos testes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9173718" y="3886200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9173718" y="4160520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H11 · Artigo ENEGEP 2026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9173718" y="4526280"/>
            <a:ext cx="242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173718" y="4800600"/>
            <a:ext cx="242087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H12 · Apresentação final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173718" y="5669280"/>
            <a:ext cx="2420874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173718" y="5715000"/>
            <a:ext cx="24208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tarefas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D4F0DD"/>
          </a:solidFill>
          <a:ln w="12700">
            <a:solidFill>
              <a:srgbClr val="D4F0D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 ·  </a:t>
            </a:r>
            <a:pPr algn="ctr"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</a:t>
            </a:r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 ·  </a:t>
            </a:r>
            <a:pPr algn="ctr"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 ·  </a:t>
            </a:r>
            <a:pPr algn="ctr"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endParaRPr lang="en-US" sz="140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0" y="13716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68680"/>
            <a:ext cx="11274552" cy="0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COMPLETO  ·  DO COMEÇO AO FIM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sprints, lado a lado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2510028" cy="6400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743200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990088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337560"/>
            <a:ext cx="251002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47472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374904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Arquitetura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Fluxo de processamento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429768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457200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API de upload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512064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" y="539496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· Drag-and-drop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" y="5943600"/>
            <a:ext cx="2235708" cy="365760"/>
          </a:xfrm>
          <a:prstGeom prst="roundRect">
            <a:avLst>
              <a:gd name="adj" fmla="val 12500"/>
            </a:avLst>
          </a:prstGeom>
          <a:solidFill>
            <a:srgbClr val="D4F0DD"/>
          </a:solidFill>
          <a:ln w="12700">
            <a:solidFill>
              <a:srgbClr val="D4F0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943600"/>
            <a:ext cx="223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012948" y="4407408"/>
            <a:ext cx="320040" cy="329184"/>
          </a:xfrm>
          <a:prstGeom prst="rightArrow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78708" y="2697480"/>
            <a:ext cx="2510028" cy="6400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15868" y="2743200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515868" y="2990088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378708" y="3337560"/>
            <a:ext cx="251002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15868" y="347472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515868" y="374904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· Pipeline LLM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515868" y="429768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515868" y="457200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· Exportação Drive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515868" y="512064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515868" y="539496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 · System prompt + biblioteca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515868" y="5943600"/>
            <a:ext cx="2235708" cy="365760"/>
          </a:xfrm>
          <a:prstGeom prst="roundRect">
            <a:avLst>
              <a:gd name="adj" fmla="val 12500"/>
            </a:avLst>
          </a:prstGeom>
          <a:solidFill>
            <a:srgbClr val="FBE7CE"/>
          </a:solidFill>
          <a:ln w="12700">
            <a:solidFill>
              <a:srgbClr val="FBE7C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15868" y="5943600"/>
            <a:ext cx="223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934456" y="4407408"/>
            <a:ext cx="320040" cy="329184"/>
          </a:xfrm>
          <a:prstGeom prst="rightArrow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00216" y="2697480"/>
            <a:ext cx="2510028" cy="6400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37376" y="2743200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37376" y="2990088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300216" y="3337560"/>
            <a:ext cx="251002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37376" y="347472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37376" y="374904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 · Fluxo ponta-a-ponta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37376" y="429768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37376" y="457200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 · Sessões com alunos reais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437376" y="512064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37376" y="539496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SUS, TAM e tempo de tarefa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437376" y="5943600"/>
            <a:ext cx="2235708" cy="36576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37376" y="5943600"/>
            <a:ext cx="223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INICIAR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855964" y="4407408"/>
            <a:ext cx="320040" cy="329184"/>
          </a:xfrm>
          <a:prstGeom prst="rightArrow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221724" y="2697480"/>
            <a:ext cx="2510028" cy="6400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58884" y="2743200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9358884" y="2990088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9221724" y="3337560"/>
            <a:ext cx="251002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358884" y="347472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9358884" y="374904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 · Análise de feedbacks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9358884" y="429768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9358884" y="457200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H11 · ENEGEP 2026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9358884" y="512064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9358884" y="539496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H12 · Demo final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9358884" y="5943600"/>
            <a:ext cx="2235708" cy="36576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358884" y="5943600"/>
            <a:ext cx="223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INICIAR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fundação técnica até a entrega acadêmica — uma sprint conecta na próxima.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</a:t>
            </a:r>
            <a:endParaRPr lang="en-US" sz="140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0" y="13716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68680"/>
            <a:ext cx="11274552" cy="0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 ·  PARTE 1 DE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travamos no caminho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21214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bloqueios que mudaram o ritmo do projeto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51760"/>
            <a:ext cx="357530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651760"/>
            <a:ext cx="91440" cy="36576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971800"/>
            <a:ext cx="685800" cy="685800"/>
          </a:xfrm>
          <a:prstGeom prst="ellipse">
            <a:avLst/>
          </a:prstGeom>
          <a:solidFill>
            <a:srgbClr val="FBE7CE"/>
          </a:solidFill>
          <a:ln w="12700">
            <a:solidFill>
              <a:srgbClr val="FBE7C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77240" y="374904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rígida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425196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flexibilidade no planejamento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4663440"/>
            <a:ext cx="29352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backlog foi fechada cedo demais, com 54 tarefas detalhadas. Quando o produto evoluiu na prática (UnB identity, painel admin, LGPD, observabilidade), tudo virou "extra" — e o plano oficial deixou de refletir o que realmente importava.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06824" y="2651760"/>
            <a:ext cx="357530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06824" y="2651760"/>
            <a:ext cx="91440" cy="36576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2971800"/>
            <a:ext cx="685800" cy="685800"/>
          </a:xfrm>
          <a:prstGeom prst="ellipse">
            <a:avLst/>
          </a:prstGeom>
          <a:solidFill>
            <a:srgbClr val="FBE7CE"/>
          </a:solidFill>
          <a:ln w="12700">
            <a:solidFill>
              <a:srgbClr val="FBE7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26864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626864" y="374904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verba para LLM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626864" y="425196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pronto, validação travada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626864" y="4663440"/>
            <a:ext cx="29352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de síntese está 100% pronto no código, mas rodar o teste com 50 documentos reais consome créditos de modelo (OpenRouter). Sem orçamento aprovado, a métrica oficial de qualidade (taxa de acerto ≥ 80%) ficou em espera.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156448" y="2651760"/>
            <a:ext cx="357530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56448" y="2651760"/>
            <a:ext cx="91440" cy="365760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76488" y="2971800"/>
            <a:ext cx="685800" cy="685800"/>
          </a:xfrm>
          <a:prstGeom prst="ellipse">
            <a:avLst/>
          </a:prstGeom>
          <a:solidFill>
            <a:srgbClr val="FBE7CE"/>
          </a:solidFill>
          <a:ln w="12700">
            <a:solidFill>
              <a:srgbClr val="FBE7C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76488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8476488" y="374904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verba para deploy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476488" y="425196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pronto, público sem acesso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476488" y="4663440"/>
            <a:ext cx="29352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 backend estão prontos pra ir ao ar. Mas Supabase Pro + domínio + Vercel pago dependem de verba que não foi disponibilizada — então o produto vive em ambiente local, sem URL pública pra mostrar.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no próximo slide →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</a:t>
            </a:r>
            <a:endParaRPr lang="en-US" sz="140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0" y="13716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68680"/>
            <a:ext cx="11274552" cy="0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 ·  PARTE 2 DE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 e lacunas identificadas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21214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 em aberto por causa dos bloqueios anteriores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51760"/>
            <a:ext cx="1127455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651760"/>
            <a:ext cx="91440" cy="1554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017520"/>
            <a:ext cx="822960" cy="822960"/>
          </a:xfrm>
          <a:prstGeom prst="ellipse">
            <a:avLst/>
          </a:prstGeom>
          <a:solidFill>
            <a:srgbClr val="FCE4E4"/>
          </a:solidFill>
          <a:ln w="12700">
            <a:solidFill>
              <a:srgbClr val="FCE4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78308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feedbacks e pesquisas travado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783080" y="333756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deploy acessível, não conseguimos rodar sessões com alunos reais (H9 da Sprint 3). Isso bloqueia a coleta dos dados que alimentariam o artigo ENEGEP — SUS, TAM, métricas qualitativas — e atrasa a Sprint 4 inteira em cascata.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434840"/>
            <a:ext cx="112745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434840"/>
            <a:ext cx="91440" cy="210312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572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Lacunas que precisam ser endereçadas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77240" y="5074920"/>
            <a:ext cx="274320" cy="274320"/>
          </a:xfrm>
          <a:prstGeom prst="ellipse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5029200"/>
            <a:ext cx="2919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 observabilidade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77240" y="5486400"/>
            <a:ext cx="3285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estruturados existem no código, mas ainda falta um painel central que mostre erros, custos e latência em tempo real.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45864" y="5074920"/>
            <a:ext cx="274320" cy="274320"/>
          </a:xfrm>
          <a:prstGeom prst="ellipse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5864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611624" y="5029200"/>
            <a:ext cx="2919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produção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245864" y="5486400"/>
            <a:ext cx="3285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Acessos, criptografia e LGPD estão prontos no código. Falta a auditoria pós-deploy e os ajustes que só aparecem com tráfego real.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714488" y="5074920"/>
            <a:ext cx="274320" cy="274320"/>
          </a:xfrm>
          <a:prstGeom prst="ellipse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14488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080248" y="5029200"/>
            <a:ext cx="2919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714488" y="5486400"/>
            <a:ext cx="3285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domínio próprio (algo como psp2.unb.br), configuração de DNS, certificado, plano de backup e estratégia de monitoramento.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1400" dirty="0"/>
          </a:p>
        </p:txBody>
      </p:sp>
      <p:pic>
        <p:nvPicPr>
          <p:cNvPr id="4" name="Image 0" descr="/tmp/psp2_pres/unb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0" y="13716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68680"/>
            <a:ext cx="11274552" cy="0"/>
          </a:xfrm>
          <a:prstGeom prst="line">
            <a:avLst/>
          </a:prstGeom>
          <a:noFill/>
          <a:ln w="19050">
            <a:solidFill>
              <a:srgbClr val="0033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ESCOPO ORIGINAL  ·  ENTREGAS NÃO PREVISTAS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entregamos além do que estava no plano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21214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frentes onde o projeto cresceu durante a execução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360578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606040"/>
            <a:ext cx="73152" cy="169164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74320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aluno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310896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entregas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342900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UnB, fluxo guiado de cadastro, notificações em todas as ações, busca e filtros, arquivar e excluir documentos, página de erro amigável.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91584" y="2606040"/>
            <a:ext cx="360578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1584" y="2606040"/>
            <a:ext cx="73152" cy="169164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0184" y="274320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520184" y="310896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entregas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0184" y="342900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que mostra o histórico do aluno, métricas pessoais no painel inicial e um painel administrativo completo pra equipe gerir modelos e prompts.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25968" y="2606040"/>
            <a:ext cx="360578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25968" y="2606040"/>
            <a:ext cx="73152" cy="169164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54568" y="274320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354568" y="310896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grandes blocos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54568" y="342900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Endurecimento completo de acesso, política de senha forte, proteção contra ataques no texto enviado à IA e cumprimento da LGPD (consentimento, exportar, apagar).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374392" y="4526280"/>
            <a:ext cx="360578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374392" y="4526280"/>
            <a:ext cx="73152" cy="169164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602992" y="466344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2602992" y="502920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entregas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602992" y="534924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global de erros na tela, registro estruturado de tudo que acontece, publicação automática a cada mudança e uma auditoria geral feita em paralelo por 6 frentes.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08776" y="4526280"/>
            <a:ext cx="360578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08776" y="4526280"/>
            <a:ext cx="73152" cy="1691640"/>
          </a:xfrm>
          <a:prstGeom prst="rect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37376" y="466344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6437376" y="502920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entregas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37376" y="534924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de modelo de IA sem alterar código, suporte a múltiplos provedores de IA e uma biblioteca de pedidos prontos que cresce conforme o time edita.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solidFill>
            <a:srgbClr val="D4F0DD"/>
          </a:solidFill>
          <a:ln w="12700">
            <a:solidFill>
              <a:srgbClr val="D4F0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25 entregas</a:t>
            </a:r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fora do backlog original — o produto entregue é maior que o produto planejado.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sp2_pres/un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292608"/>
            <a:ext cx="50292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48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FUTURO  ·  ALÉM DA DISCIPLINA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9601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unificado do estudante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hub único onde o aluno UnB centraliza tudo que importa pro semestre.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2743200" cy="0"/>
          </a:xfrm>
          <a:prstGeom prst="line">
            <a:avLst/>
          </a:prstGeom>
          <a:noFill/>
          <a:ln w="38100">
            <a:solidFill>
              <a:srgbClr val="0085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 LUGAR SÓ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que conecta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3520440"/>
            <a:ext cx="292608" cy="29260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520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acadêmicas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3840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da universidade, fórum de aulas, Drive, e-mail e calendário no mesmo lugar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480560"/>
            <a:ext cx="292608" cy="29260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de entrada única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Avisos, prazos e mensagens consolidados — sem precisar pular entre 5 sistemas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5440680"/>
            <a:ext cx="292608" cy="29260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5440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5394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semestre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68680" y="5760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moderna de matérias, notas, grade horária e progresso no curso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6364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CONHECE O ALUNO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6364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que entende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263640" y="3520440"/>
            <a:ext cx="292608" cy="29260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63640" y="3520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7512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estudo personalizado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675120" y="3840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revisão sob medida, ajustado à carga real do semestre do aluno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63640" y="4480560"/>
            <a:ext cx="292608" cy="29260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6364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67512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retroativo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675120" y="4800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lacunas dos semestres passados antes que virem problema na matéria atual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263640" y="5440680"/>
            <a:ext cx="292608" cy="292608"/>
          </a:xfrm>
          <a:prstGeom prst="ellipse">
            <a:avLst/>
          </a:prstGeom>
          <a:solidFill>
            <a:srgbClr val="008542"/>
          </a:solidFill>
          <a:ln w="12700">
            <a:solidFill>
              <a:srgbClr val="00854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63640" y="5440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675120" y="5394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pessoal por matéria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675120" y="5760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explicando no nível do aluno, com a didática que casa com o professor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abas abertas. Mais foco. Mais tempo pro aluno.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PSP2 — Estado do Projeto</dc:title>
  <dc:subject>PptxGenJS Presentation</dc:subject>
  <dc:creator>Equipe PSP2 — UnB</dc:creator>
  <cp:lastModifiedBy>Equipe PSP2 — UnB</cp:lastModifiedBy>
  <cp:revision>1</cp:revision>
  <dcterms:created xsi:type="dcterms:W3CDTF">2026-05-28T21:58:59Z</dcterms:created>
  <dcterms:modified xsi:type="dcterms:W3CDTF">2026-05-28T21:58:59Z</dcterms:modified>
</cp:coreProperties>
</file>